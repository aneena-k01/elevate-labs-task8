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12378-ABBF-4CD8-8FE1-A5D421144684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70FD8-CFB3-43E7-9FE5-BE7F0B2328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225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12378-ABBF-4CD8-8FE1-A5D421144684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70FD8-CFB3-43E7-9FE5-BE7F0B2328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8371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12378-ABBF-4CD8-8FE1-A5D421144684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70FD8-CFB3-43E7-9FE5-BE7F0B2328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6334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12378-ABBF-4CD8-8FE1-A5D421144684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70FD8-CFB3-43E7-9FE5-BE7F0B2328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8982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12378-ABBF-4CD8-8FE1-A5D421144684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70FD8-CFB3-43E7-9FE5-BE7F0B2328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5273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12378-ABBF-4CD8-8FE1-A5D421144684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70FD8-CFB3-43E7-9FE5-BE7F0B2328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8371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12378-ABBF-4CD8-8FE1-A5D421144684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70FD8-CFB3-43E7-9FE5-BE7F0B2328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2549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12378-ABBF-4CD8-8FE1-A5D421144684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70FD8-CFB3-43E7-9FE5-BE7F0B2328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3358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12378-ABBF-4CD8-8FE1-A5D421144684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70FD8-CFB3-43E7-9FE5-BE7F0B2328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3948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12378-ABBF-4CD8-8FE1-A5D421144684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70FD8-CFB3-43E7-9FE5-BE7F0B2328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5358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12378-ABBF-4CD8-8FE1-A5D421144684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70FD8-CFB3-43E7-9FE5-BE7F0B232833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545703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12378-ABBF-4CD8-8FE1-A5D421144684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70FD8-CFB3-43E7-9FE5-BE7F0B2328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00850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12378-ABBF-4CD8-8FE1-A5D421144684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70FD8-CFB3-43E7-9FE5-BE7F0B232833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323441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12378-ABBF-4CD8-8FE1-A5D421144684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70FD8-CFB3-43E7-9FE5-BE7F0B2328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48532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12378-ABBF-4CD8-8FE1-A5D421144684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70FD8-CFB3-43E7-9FE5-BE7F0B2328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98127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12378-ABBF-4CD8-8FE1-A5D421144684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70FD8-CFB3-43E7-9FE5-BE7F0B2328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0871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D12378-ABBF-4CD8-8FE1-A5D421144684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3670FD8-CFB3-43E7-9FE5-BE7F0B2328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5604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  <p:sldLayoutId id="2147483733" r:id="rId15"/>
    <p:sldLayoutId id="214748373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FF7B7-8633-1ED3-5105-92D9504E5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Sales Dashboard Insights: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B424F-8476-6398-468F-434272DBE0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West region generated the highest overall sales.</a:t>
            </a:r>
            <a:endParaRPr lang="en-US" sz="3200" dirty="0">
              <a:effectLst/>
            </a:endParaRPr>
          </a:p>
          <a:p>
            <a:r>
              <a:rPr lang="en-US" sz="3200" dirty="0"/>
              <a:t>Technology category contributed the largest revenue share.</a:t>
            </a:r>
            <a:endParaRPr lang="en-US" sz="3200" dirty="0">
              <a:effectLst/>
            </a:endParaRPr>
          </a:p>
          <a:p>
            <a:r>
              <a:rPr lang="en-US" sz="3200" dirty="0"/>
              <a:t>The monthly sales trend shows noticeable growth toward late 2017,with peak sales around Nov 2017.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02880597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</TotalTime>
  <Words>38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Trebuchet MS</vt:lpstr>
      <vt:lpstr>Wingdings 3</vt:lpstr>
      <vt:lpstr>Facet</vt:lpstr>
      <vt:lpstr>Sales Dashboard Insights: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aneenakr01@gmail.com</dc:creator>
  <cp:lastModifiedBy>aneenakr01@gmail.com</cp:lastModifiedBy>
  <cp:revision>1</cp:revision>
  <dcterms:created xsi:type="dcterms:W3CDTF">2026-02-24T10:07:57Z</dcterms:created>
  <dcterms:modified xsi:type="dcterms:W3CDTF">2026-02-24T10:10:23Z</dcterms:modified>
</cp:coreProperties>
</file>